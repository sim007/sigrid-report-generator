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824" r:id="rId27"/>
    <p:sldId id="11403" r:id="rId28"/>
    <p:sldId id="11374" r:id="rId29"/>
    <p:sldId id="11405" r:id="rId30"/>
    <p:sldId id="11406" r:id="rId31"/>
    <p:sldId id="11402" r:id="rId32"/>
    <p:sldId id="11376" r:id="rId33"/>
    <p:sldId id="11284" r:id="rId34"/>
    <p:sldId id="1137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/>
    <p:restoredTop sz="96763"/>
  </p:normalViewPr>
  <p:slideViewPr>
    <p:cSldViewPr snapToGrid="0" snapToObjects="1" showGuides="1">
      <p:cViewPr varScale="1">
        <p:scale>
          <a:sx n="128" d="100"/>
          <a:sy n="128" d="100"/>
        </p:scale>
        <p:origin x="93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svg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tiff"/><Relationship Id="rId4" Type="http://schemas.openxmlformats.org/officeDocument/2006/relationships/chart" Target="../charts/chart16.xml"/><Relationship Id="rId5" Type="http://schemas.openxmlformats.org/officeDocument/2006/relationships/image" Target="../media/image11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svg"/><Relationship Id="rId4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US" dirty="0"/>
              <a:t>Portfolio trends -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increased (with 2.5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maintainability.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(-2.4%).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(+3.3%).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33%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821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17%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50%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1633</Words>
  <Application>Microsoft Macintosh PowerPoint</Application>
  <PresentationFormat>Widescreen</PresentationFormat>
  <Paragraphs>288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170</cp:revision>
  <cp:lastPrinted>2020-04-20T09:37:43Z</cp:lastPrinted>
  <dcterms:created xsi:type="dcterms:W3CDTF">2025-10-22T11:22:13Z</dcterms:created>
  <dcterms:modified xsi:type="dcterms:W3CDTF">2026-04-03T10:31:53Z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