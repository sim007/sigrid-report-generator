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5"/>
  </p:notesMasterIdLst>
  <p:handoutMasterIdLst>
    <p:handoutMasterId r:id="rId26"/>
  </p:handoutMasterIdLst>
  <p:sldIdLst>
    <p:sldId id="1973" r:id="rId6"/>
    <p:sldId id="2010" r:id="rId7"/>
    <p:sldId id="11288" r:id="rId8"/>
    <p:sldId id="11394" r:id="rId9"/>
    <p:sldId id="2011" r:id="rId10"/>
    <p:sldId id="11482" r:id="rId11"/>
    <p:sldId id="11330" r:id="rId12"/>
    <p:sldId id="1988" r:id="rId13"/>
    <p:sldId id="2016" r:id="rId14"/>
    <p:sldId id="1824" r:id="rId15"/>
    <p:sldId id="11430" r:id="rId16"/>
    <p:sldId id="11483" r:id="rId17"/>
    <p:sldId id="11484" r:id="rId18"/>
    <p:sldId id="11481" r:id="rId19"/>
    <p:sldId id="11485" r:id="rId20"/>
    <p:sldId id="11486" r:id="rId21"/>
    <p:sldId id="2184" r:id="rId22"/>
    <p:sldId id="11487" r:id="rId23"/>
    <p:sldId id="114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763"/>
  </p:normalViewPr>
  <p:slideViewPr>
    <p:cSldViewPr snapToGrid="0" snapToObjects="1" showGuides="1">
      <p:cViewPr varScale="1">
        <p:scale>
          <a:sx n="76" d="100"/>
          <a:sy n="76" d="100"/>
        </p:scale>
        <p:origin x="216" y="17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7C8C91-AAEE-88A6-BA81-7A5C3377C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</p:spPr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D0BC6B-481D-DD66-696A-A9C254706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B90D459-4420-2DF2-2C1D-808545BA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E26E0D-E2E6-C4AB-D5FA-F8ECAD7EE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49662"/>
              </p:ext>
            </p:extLst>
          </p:nvPr>
        </p:nvGraphicFramePr>
        <p:xfrm>
          <a:off x="8395675" y="3035953"/>
          <a:ext cx="3480722" cy="2842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  <a:br>
              <a:rPr lang="nl-NL"/>
            </a:br>
            <a:r>
              <a:rPr lang="nl-NL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11319</TotalTime>
  <Words>2121</Words>
  <Application>Microsoft Macintosh PowerPoint</Application>
  <PresentationFormat>Widescreen</PresentationFormat>
  <Paragraphs>433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market average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216</cp:revision>
  <cp:lastPrinted>2020-04-20T09:37:43Z</cp:lastPrinted>
  <dcterms:created xsi:type="dcterms:W3CDTF">2025-10-22T11:22:13Z</dcterms:created>
  <dcterms:modified xsi:type="dcterms:W3CDTF">2026-05-19T11:23:20Z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