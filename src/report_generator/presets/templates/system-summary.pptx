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5"/>
  </p:notesMasterIdLst>
  <p:handoutMasterIdLst>
    <p:handoutMasterId r:id="rId26"/>
  </p:handoutMasterIdLst>
  <p:sldIdLst>
    <p:sldId id="1973" r:id="rId6"/>
    <p:sldId id="2010" r:id="rId7"/>
    <p:sldId id="11288" r:id="rId8"/>
    <p:sldId id="11394" r:id="rId9"/>
    <p:sldId id="2011" r:id="rId10"/>
    <p:sldId id="11482" r:id="rId11"/>
    <p:sldId id="11330" r:id="rId12"/>
    <p:sldId id="1988" r:id="rId13"/>
    <p:sldId id="2016" r:id="rId14"/>
    <p:sldId id="1824" r:id="rId15"/>
    <p:sldId id="11430" r:id="rId16"/>
    <p:sldId id="11483" r:id="rId17"/>
    <p:sldId id="11484" r:id="rId18"/>
    <p:sldId id="11481" r:id="rId19"/>
    <p:sldId id="11485" r:id="rId20"/>
    <p:sldId id="11486" r:id="rId21"/>
    <p:sldId id="2184" r:id="rId22"/>
    <p:sldId id="11487" r:id="rId23"/>
    <p:sldId id="114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288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91"/>
    <p:restoredTop sz="96763"/>
  </p:normalViewPr>
  <p:slideViewPr>
    <p:cSldViewPr snapToGrid="0" snapToObjects="1" showGuides="1">
      <p:cViewPr varScale="1">
        <p:scale>
          <a:sx n="121" d="100"/>
          <a:sy n="121" d="100"/>
        </p:scale>
        <p:origin x="200" y="3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1F6B2F43-D7A6-D9F8-CAD8-6FEC12BFD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DF773-C034-71B2-8B60-5119D86047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AF205-FFFA-6ED7-9061-5B4D60AD5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39856B4B-2510-25E2-394B-3C52A618F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D4520EC1-637F-0CE0-12BF-1C2DF620F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  <a:br>
              <a:rPr lang="nl-NL" dirty="0"/>
            </a:br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  <p:sp>
        <p:nvSpPr>
          <p:cNvPr id="91" name="Footer Placeholder 5">
            <a:extLst>
              <a:ext uri="{FF2B5EF4-FFF2-40B4-BE49-F238E27FC236}">
                <a16:creationId xmlns:a16="http://schemas.microsoft.com/office/drawing/2014/main" id="{0AFB5E79-46BA-CFF3-8602-D6B1591BD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emf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1F5DF0A7-B635-04F6-A414-66B1D5F49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chemeClr val="bg1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C30E21-03D0-E176-48CC-E0A928A302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2169037" cy="228209"/>
          </a:xfrm>
        </p:spPr>
        <p:txBody>
          <a:bodyPr/>
          <a:lstStyle/>
          <a:p>
            <a:r>
              <a:rPr lang="en-GB" dirty="0"/>
              <a:t>System Metadata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F2885-3B34-E982-B629-94D5575076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3</a:t>
            </a:fld>
            <a:endParaRPr lang="nl-NL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23B51F-B4CF-A232-65A9-E0C75114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dirty="0">
                <a:latin typeface="Noir Pro Medium"/>
              </a:rPr>
              <a:t>Metadata overview for system SYSTEM_NAME</a:t>
            </a:r>
            <a:endParaRPr lang="en-GB" dirty="0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09A0B31C-AF41-29A5-D80B-73D37328C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613492"/>
              </p:ext>
            </p:extLst>
          </p:nvPr>
        </p:nvGraphicFramePr>
        <p:xfrm>
          <a:off x="582448" y="1509955"/>
          <a:ext cx="5222328" cy="3305539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5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General information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Full System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SYSTEM_FULL_NAME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Display name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SYSTEM_NAME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Division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METADATA_DIVISION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Team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Bold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METADATA_TEAM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Supplier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METADATA_SUPPLIER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Remark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METADATA_REMARK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Status Active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METADATA_STATUS_ACTIVE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Excluded from Dashboards</a:t>
                      </a:r>
                      <a:endParaRPr lang="en-US" sz="1400" b="1" i="0" u="none" strike="noStrike" dirty="0">
                        <a:solidFill>
                          <a:schemeClr val="tx2"/>
                        </a:solidFill>
                        <a:effectLst/>
                        <a:latin typeface="Calibri Regular"/>
                      </a:endParaRP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METADATA_EXCLUDED_FROM_DASHBOARDS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</a:tbl>
          </a:graphicData>
        </a:graphic>
      </p:graphicFrame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B0FB2279-02D8-F84F-22E7-354A13384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644355"/>
              </p:ext>
            </p:extLst>
          </p:nvPr>
        </p:nvGraphicFramePr>
        <p:xfrm>
          <a:off x="6387224" y="1505382"/>
          <a:ext cx="5222328" cy="389955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726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Metadata</a:t>
                      </a:r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nl-NL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In production since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METADATA_IN_PRODUCTION_SINCE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Business criticality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METADATA_BUSINESS_CRITICALITY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Lifecycle phase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METADATA_LIFECYCLE_PHASE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Bold"/>
                        </a:rPr>
                        <a:t>Target industry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METADATA_TARGET_INDUSTRY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Deployment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METADATA_DEPLOYMENT_TYPE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Application type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METADATA_APPLICATION_TYPE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11633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Distribution strategy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METADATA_DISTRIBUTION_STRATEGY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589065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ID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METADATA_EXTERNAL_ID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47809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External display 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Calibri Regular"/>
                          <a:ea typeface="+mn-ea"/>
                          <a:cs typeface="+mn-cs"/>
                        </a:rPr>
                        <a:t>METADATA_EXTERNAL_DISPLAY_NAME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4197969"/>
                  </a:ext>
                </a:extLst>
              </a:tr>
            </a:tbl>
          </a:graphicData>
        </a:graphic>
      </p:graphicFrame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D668F418-C9C8-DC1B-60B7-39B80C74F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87575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56D11E59-CE75-1FCB-882A-D95DE0C0E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707A884-AC28-2314-C739-5F3DD7BBDD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D0BC6B-481D-DD66-696A-A9C254706A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B90D459-4420-2DF2-2C1D-808545BAE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EDCB514-EEAB-921C-29E3-76B18FF54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3955803" y="2780488"/>
            <a:ext cx="1487734" cy="339865"/>
            <a:chOff x="3955803" y="2830273"/>
            <a:chExt cx="1487734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4065156" y="2918313"/>
              <a:ext cx="1287688" cy="157941"/>
              <a:chOff x="4307640" y="2702807"/>
              <a:chExt cx="1287688" cy="157941"/>
            </a:xfrm>
          </p:grpSpPr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3955803" y="2830273"/>
              <a:ext cx="148773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6096000" y="3717908"/>
            <a:ext cx="5168112" cy="339865"/>
            <a:chOff x="6096000" y="3744528"/>
            <a:chExt cx="5168112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6368262" y="3835491"/>
              <a:ext cx="4797653" cy="157941"/>
              <a:chOff x="6610746" y="3796856"/>
              <a:chExt cx="4797653" cy="157941"/>
            </a:xfrm>
          </p:grpSpPr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6096000" y="3744528"/>
              <a:ext cx="516811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088215"/>
              </p:ext>
            </p:extLst>
          </p:nvPr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200" b="0" i="0" noProof="0" dirty="0">
                        <a:solidFill>
                          <a:schemeClr val="bg1"/>
                        </a:solidFill>
                        <a:latin typeface="☞NOIR PRO MEDIUM" pitchFamily="2" charset="0"/>
                      </a:endParaRP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8B98495-652D-FBE8-27A1-3D955AEEA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CHART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6225825"/>
              </p:ext>
            </p:extLst>
          </p:nvPr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F93ECD-8304-30C3-8FA0-5E7662AC2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816226"/>
              </p:ext>
            </p:extLst>
          </p:nvPr>
        </p:nvGraphicFramePr>
        <p:xfrm>
          <a:off x="8571496" y="3035953"/>
          <a:ext cx="3315521" cy="16917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DA89C97-6C2B-CBC6-7C32-011FC35EC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9170FB-EB04-2D52-E4B3-55BBDBB00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CC94B99-D17E-9114-E33E-B540BB7AA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D4C08B4-CA73-A94F-C526-596AC4A9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FE26E0D-E2E6-C4AB-D5FA-F8ECAD7EE8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249662"/>
              </p:ext>
            </p:extLst>
          </p:nvPr>
        </p:nvGraphicFramePr>
        <p:xfrm>
          <a:off x="8395675" y="3035953"/>
          <a:ext cx="3480722" cy="284263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awareness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STARS_KNOWLEDGE_AWARENESS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ARCH_RATING_KNOWLEDGE_AWARENESS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Team 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ARCH_RATING_TEAM_STABILITY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7605174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23964EB-0BB8-77A0-1CCD-99E2E09C8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4A056AD-5C98-2081-69A4-5F42AF989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42044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176990D-E053-DFD3-6F1D-6FADB027FC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Sigrid</a:t>
            </a:r>
          </a:p>
          <a:p>
            <a:r>
              <a:rPr lang="nl-NL" dirty="0" err="1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OSH_HIGH_RISK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OSH_MEDIUM_RISK</a:t>
            </a:r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OSH_LOW_RISK</a:t>
            </a:r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OSH_NO_RISK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r>
              <a:rPr lang="en-US" sz="1400" noProof="0" dirty="0"/>
              <a:t>OSH_CRITICAL_RISK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000087"/>
              </p:ext>
            </p:extLst>
          </p:nvPr>
        </p:nvGraphicFramePr>
        <p:xfrm>
          <a:off x="2993512" y="2856792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F9FC3-B21B-D813-DD82-33A7B16009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158" y="6392274"/>
            <a:ext cx="1763922" cy="370422"/>
          </a:xfrm>
        </p:spPr>
        <p:txBody>
          <a:bodyPr/>
          <a:lstStyle/>
          <a:p>
            <a:r>
              <a:rPr lang="nl-NL" dirty="0" err="1"/>
              <a:t>Generated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/>
              <a:t> Sigrid</a:t>
            </a:r>
          </a:p>
          <a:p>
            <a:r>
              <a:rPr lang="nl-NL"/>
              <a:t>for</a:t>
            </a:r>
            <a:r>
              <a:rPr lang="nl-NL" dirty="0"/>
              <a:t> CUSTOMER_NAME</a:t>
            </a:r>
          </a:p>
        </p:txBody>
      </p:sp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11321</TotalTime>
  <Words>2111</Words>
  <Application>Microsoft Macintosh PowerPoint</Application>
  <PresentationFormat>Widescreen</PresentationFormat>
  <Paragraphs>450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Metadata overview for system SYSTEM_NAME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market average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231</cp:revision>
  <cp:lastPrinted>2020-04-20T09:37:43Z</cp:lastPrinted>
  <dcterms:created xsi:type="dcterms:W3CDTF">2025-10-22T11:22:13Z</dcterms:created>
  <dcterms:modified xsi:type="dcterms:W3CDTF">2026-05-19T11:26:42Z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